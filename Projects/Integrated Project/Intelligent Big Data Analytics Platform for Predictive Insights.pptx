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4" r:id="rId9"/>
    <p:sldId id="262" r:id="rId10"/>
    <p:sldId id="263" r:id="rId11"/>
    <p:sldId id="275" r:id="rId12"/>
    <p:sldId id="264" r:id="rId13"/>
    <p:sldId id="265" r:id="rId14"/>
    <p:sldId id="266" r:id="rId15"/>
    <p:sldId id="267" r:id="rId16"/>
    <p:sldId id="269" r:id="rId17"/>
    <p:sldId id="270" r:id="rId18"/>
    <p:sldId id="271" r:id="rId19"/>
  </p:sldIdLst>
  <p:sldSz cx="8128000" cy="4572000"/>
  <p:notesSz cx="8128000" cy="457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227FE9-5B1F-4677-B927-E454BF83025D}" v="10" dt="2024-10-21T06:06:11.2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9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ita Arya" userId="ff2bba85-5480-493d-a867-2c07ffe14610" providerId="ADAL" clId="{AF227FE9-5B1F-4677-B927-E454BF83025D}"/>
    <pc:docChg chg="undo custSel addSld delSld modSld">
      <pc:chgData name="Vanshita Arya" userId="ff2bba85-5480-493d-a867-2c07ffe14610" providerId="ADAL" clId="{AF227FE9-5B1F-4677-B927-E454BF83025D}" dt="2024-10-22T06:25:46.635" v="84" actId="1076"/>
      <pc:docMkLst>
        <pc:docMk/>
      </pc:docMkLst>
      <pc:sldChg chg="addSp modSp mod">
        <pc:chgData name="Vanshita Arya" userId="ff2bba85-5480-493d-a867-2c07ffe14610" providerId="ADAL" clId="{AF227FE9-5B1F-4677-B927-E454BF83025D}" dt="2024-10-21T06:06:51.146" v="77" actId="207"/>
        <pc:sldMkLst>
          <pc:docMk/>
          <pc:sldMk cId="0" sldId="260"/>
        </pc:sldMkLst>
        <pc:spChg chg="add mod">
          <ac:chgData name="Vanshita Arya" userId="ff2bba85-5480-493d-a867-2c07ffe14610" providerId="ADAL" clId="{AF227FE9-5B1F-4677-B927-E454BF83025D}" dt="2024-10-21T06:06:51.146" v="77" actId="207"/>
          <ac:spMkLst>
            <pc:docMk/>
            <pc:sldMk cId="0" sldId="260"/>
            <ac:spMk id="6" creationId="{EF05ED39-0FEA-1E78-E291-979B787D8BF0}"/>
          </ac:spMkLst>
        </pc:spChg>
      </pc:sldChg>
      <pc:sldChg chg="addSp mod">
        <pc:chgData name="Vanshita Arya" userId="ff2bba85-5480-493d-a867-2c07ffe14610" providerId="ADAL" clId="{AF227FE9-5B1F-4677-B927-E454BF83025D}" dt="2024-10-20T20:40:00.300" v="53" actId="9405"/>
        <pc:sldMkLst>
          <pc:docMk/>
          <pc:sldMk cId="0" sldId="262"/>
        </pc:sldMkLst>
        <pc:inkChg chg="add">
          <ac:chgData name="Vanshita Arya" userId="ff2bba85-5480-493d-a867-2c07ffe14610" providerId="ADAL" clId="{AF227FE9-5B1F-4677-B927-E454BF83025D}" dt="2024-10-20T20:39:30.758" v="48" actId="9405"/>
          <ac:inkMkLst>
            <pc:docMk/>
            <pc:sldMk cId="0" sldId="262"/>
            <ac:inkMk id="6" creationId="{1C219567-D261-5587-C10B-89ACF241577F}"/>
          </ac:inkMkLst>
        </pc:inkChg>
        <pc:inkChg chg="add">
          <ac:chgData name="Vanshita Arya" userId="ff2bba85-5480-493d-a867-2c07ffe14610" providerId="ADAL" clId="{AF227FE9-5B1F-4677-B927-E454BF83025D}" dt="2024-10-20T20:39:36.655" v="49" actId="9405"/>
          <ac:inkMkLst>
            <pc:docMk/>
            <pc:sldMk cId="0" sldId="262"/>
            <ac:inkMk id="7" creationId="{48C9B5FC-F7A0-488B-1773-DC50B5C9C358}"/>
          </ac:inkMkLst>
        </pc:inkChg>
        <pc:inkChg chg="add">
          <ac:chgData name="Vanshita Arya" userId="ff2bba85-5480-493d-a867-2c07ffe14610" providerId="ADAL" clId="{AF227FE9-5B1F-4677-B927-E454BF83025D}" dt="2024-10-20T20:39:43.855" v="50" actId="9405"/>
          <ac:inkMkLst>
            <pc:docMk/>
            <pc:sldMk cId="0" sldId="262"/>
            <ac:inkMk id="8" creationId="{982284CF-F5DE-AB79-0229-3D77C277A1EB}"/>
          </ac:inkMkLst>
        </pc:inkChg>
        <pc:inkChg chg="add">
          <ac:chgData name="Vanshita Arya" userId="ff2bba85-5480-493d-a867-2c07ffe14610" providerId="ADAL" clId="{AF227FE9-5B1F-4677-B927-E454BF83025D}" dt="2024-10-20T20:39:48.285" v="51" actId="9405"/>
          <ac:inkMkLst>
            <pc:docMk/>
            <pc:sldMk cId="0" sldId="262"/>
            <ac:inkMk id="9" creationId="{C84C9A76-0B70-61AA-79E4-F555FCC3291C}"/>
          </ac:inkMkLst>
        </pc:inkChg>
        <pc:inkChg chg="add">
          <ac:chgData name="Vanshita Arya" userId="ff2bba85-5480-493d-a867-2c07ffe14610" providerId="ADAL" clId="{AF227FE9-5B1F-4677-B927-E454BF83025D}" dt="2024-10-20T20:39:53.971" v="52" actId="9405"/>
          <ac:inkMkLst>
            <pc:docMk/>
            <pc:sldMk cId="0" sldId="262"/>
            <ac:inkMk id="10" creationId="{766C6689-F626-F174-BC50-AD0050536F03}"/>
          </ac:inkMkLst>
        </pc:inkChg>
        <pc:inkChg chg="add">
          <ac:chgData name="Vanshita Arya" userId="ff2bba85-5480-493d-a867-2c07ffe14610" providerId="ADAL" clId="{AF227FE9-5B1F-4677-B927-E454BF83025D}" dt="2024-10-20T20:40:00.300" v="53" actId="9405"/>
          <ac:inkMkLst>
            <pc:docMk/>
            <pc:sldMk cId="0" sldId="262"/>
            <ac:inkMk id="11" creationId="{31457386-2670-683B-E34D-579CE66A8D4A}"/>
          </ac:inkMkLst>
        </pc:inkChg>
      </pc:sldChg>
      <pc:sldChg chg="del">
        <pc:chgData name="Vanshita Arya" userId="ff2bba85-5480-493d-a867-2c07ffe14610" providerId="ADAL" clId="{AF227FE9-5B1F-4677-B927-E454BF83025D}" dt="2024-10-20T21:06:15.212" v="55" actId="47"/>
        <pc:sldMkLst>
          <pc:docMk/>
          <pc:sldMk cId="0" sldId="268"/>
        </pc:sldMkLst>
      </pc:sldChg>
      <pc:sldChg chg="del">
        <pc:chgData name="Vanshita Arya" userId="ff2bba85-5480-493d-a867-2c07ffe14610" providerId="ADAL" clId="{AF227FE9-5B1F-4677-B927-E454BF83025D}" dt="2024-10-20T21:06:43.787" v="56" actId="47"/>
        <pc:sldMkLst>
          <pc:docMk/>
          <pc:sldMk cId="0" sldId="272"/>
        </pc:sldMkLst>
      </pc:sldChg>
      <pc:sldChg chg="addSp delSp modSp new mod setBg">
        <pc:chgData name="Vanshita Arya" userId="ff2bba85-5480-493d-a867-2c07ffe14610" providerId="ADAL" clId="{AF227FE9-5B1F-4677-B927-E454BF83025D}" dt="2024-10-20T20:34:15.022" v="43" actId="26606"/>
        <pc:sldMkLst>
          <pc:docMk/>
          <pc:sldMk cId="1286939716" sldId="273"/>
        </pc:sldMkLst>
        <pc:spChg chg="add del">
          <ac:chgData name="Vanshita Arya" userId="ff2bba85-5480-493d-a867-2c07ffe14610" providerId="ADAL" clId="{AF227FE9-5B1F-4677-B927-E454BF83025D}" dt="2024-10-20T20:25:13.322" v="3" actId="26606"/>
          <ac:spMkLst>
            <pc:docMk/>
            <pc:sldMk cId="1286939716" sldId="273"/>
            <ac:spMk id="8" creationId="{42A4FC2C-047E-45A5-965D-8E1E3BF09BC6}"/>
          </ac:spMkLst>
        </pc:spChg>
        <pc:spChg chg="add del">
          <ac:chgData name="Vanshita Arya" userId="ff2bba85-5480-493d-a867-2c07ffe14610" providerId="ADAL" clId="{AF227FE9-5B1F-4677-B927-E454BF83025D}" dt="2024-10-20T20:25:19.124" v="5" actId="26606"/>
          <ac:spMkLst>
            <pc:docMk/>
            <pc:sldMk cId="1286939716" sldId="273"/>
            <ac:spMk id="10" creationId="{E2384209-CB15-4CDF-9D31-C44FD9A3F20D}"/>
          </ac:spMkLst>
        </pc:spChg>
        <pc:spChg chg="add del">
          <ac:chgData name="Vanshita Arya" userId="ff2bba85-5480-493d-a867-2c07ffe14610" providerId="ADAL" clId="{AF227FE9-5B1F-4677-B927-E454BF83025D}" dt="2024-10-20T20:25:19.124" v="5" actId="26606"/>
          <ac:spMkLst>
            <pc:docMk/>
            <pc:sldMk cId="1286939716" sldId="273"/>
            <ac:spMk id="11" creationId="{AB8C311F-7253-4AED-9701-7FC0708C41C7}"/>
          </ac:spMkLst>
        </pc:spChg>
        <pc:spChg chg="add del">
          <ac:chgData name="Vanshita Arya" userId="ff2bba85-5480-493d-a867-2c07ffe14610" providerId="ADAL" clId="{AF227FE9-5B1F-4677-B927-E454BF83025D}" dt="2024-10-20T20:25:19.124" v="5" actId="26606"/>
          <ac:spMkLst>
            <pc:docMk/>
            <pc:sldMk cId="1286939716" sldId="273"/>
            <ac:spMk id="12" creationId="{2633B3B5-CC90-43F0-8714-D31D1F3F0209}"/>
          </ac:spMkLst>
        </pc:spChg>
        <pc:spChg chg="add del">
          <ac:chgData name="Vanshita Arya" userId="ff2bba85-5480-493d-a867-2c07ffe14610" providerId="ADAL" clId="{AF227FE9-5B1F-4677-B927-E454BF83025D}" dt="2024-10-20T20:25:19.124" v="5" actId="26606"/>
          <ac:spMkLst>
            <pc:docMk/>
            <pc:sldMk cId="1286939716" sldId="273"/>
            <ac:spMk id="14" creationId="{A8D57A06-A426-446D-B02C-A2DC6B62E45E}"/>
          </ac:spMkLst>
        </pc:spChg>
        <pc:spChg chg="add del">
          <ac:chgData name="Vanshita Arya" userId="ff2bba85-5480-493d-a867-2c07ffe14610" providerId="ADAL" clId="{AF227FE9-5B1F-4677-B927-E454BF83025D}" dt="2024-10-20T20:25:21.727" v="7" actId="26606"/>
          <ac:spMkLst>
            <pc:docMk/>
            <pc:sldMk cId="1286939716" sldId="273"/>
            <ac:spMk id="16" creationId="{8B089790-F4B6-46A7-BB28-7B74A9A9EFDC}"/>
          </ac:spMkLst>
        </pc:spChg>
        <pc:spChg chg="add del">
          <ac:chgData name="Vanshita Arya" userId="ff2bba85-5480-493d-a867-2c07ffe14610" providerId="ADAL" clId="{AF227FE9-5B1F-4677-B927-E454BF83025D}" dt="2024-10-20T20:25:25.483" v="9" actId="26606"/>
          <ac:spMkLst>
            <pc:docMk/>
            <pc:sldMk cId="1286939716" sldId="273"/>
            <ac:spMk id="22" creationId="{AB8C311F-7253-4AED-9701-7FC0708C41C7}"/>
          </ac:spMkLst>
        </pc:spChg>
        <pc:spChg chg="add del">
          <ac:chgData name="Vanshita Arya" userId="ff2bba85-5480-493d-a867-2c07ffe14610" providerId="ADAL" clId="{AF227FE9-5B1F-4677-B927-E454BF83025D}" dt="2024-10-20T20:25:25.483" v="9" actId="26606"/>
          <ac:spMkLst>
            <pc:docMk/>
            <pc:sldMk cId="1286939716" sldId="273"/>
            <ac:spMk id="23" creationId="{E2384209-CB15-4CDF-9D31-C44FD9A3F20D}"/>
          </ac:spMkLst>
        </pc:spChg>
        <pc:spChg chg="add del">
          <ac:chgData name="Vanshita Arya" userId="ff2bba85-5480-493d-a867-2c07ffe14610" providerId="ADAL" clId="{AF227FE9-5B1F-4677-B927-E454BF83025D}" dt="2024-10-20T20:25:25.483" v="9" actId="26606"/>
          <ac:spMkLst>
            <pc:docMk/>
            <pc:sldMk cId="1286939716" sldId="273"/>
            <ac:spMk id="24" creationId="{2633B3B5-CC90-43F0-8714-D31D1F3F0209}"/>
          </ac:spMkLst>
        </pc:spChg>
        <pc:spChg chg="add del">
          <ac:chgData name="Vanshita Arya" userId="ff2bba85-5480-493d-a867-2c07ffe14610" providerId="ADAL" clId="{AF227FE9-5B1F-4677-B927-E454BF83025D}" dt="2024-10-20T20:25:25.483" v="9" actId="26606"/>
          <ac:spMkLst>
            <pc:docMk/>
            <pc:sldMk cId="1286939716" sldId="273"/>
            <ac:spMk id="25" creationId="{A8D57A06-A426-446D-B02C-A2DC6B62E45E}"/>
          </ac:spMkLst>
        </pc:spChg>
        <pc:spChg chg="add del">
          <ac:chgData name="Vanshita Arya" userId="ff2bba85-5480-493d-a867-2c07ffe14610" providerId="ADAL" clId="{AF227FE9-5B1F-4677-B927-E454BF83025D}" dt="2024-10-20T20:25:33.247" v="11" actId="26606"/>
          <ac:spMkLst>
            <pc:docMk/>
            <pc:sldMk cId="1286939716" sldId="273"/>
            <ac:spMk id="27" creationId="{C7D023E4-8DE1-436E-9847-ED6A4B4B04FD}"/>
          </ac:spMkLst>
        </pc:spChg>
        <pc:spChg chg="add del">
          <ac:chgData name="Vanshita Arya" userId="ff2bba85-5480-493d-a867-2c07ffe14610" providerId="ADAL" clId="{AF227FE9-5B1F-4677-B927-E454BF83025D}" dt="2024-10-20T20:25:33.247" v="11" actId="26606"/>
          <ac:spMkLst>
            <pc:docMk/>
            <pc:sldMk cId="1286939716" sldId="273"/>
            <ac:spMk id="28" creationId="{8B2B1708-8CE4-4A20-94F5-55118AE2CBD7}"/>
          </ac:spMkLst>
        </pc:spChg>
        <pc:spChg chg="add del">
          <ac:chgData name="Vanshita Arya" userId="ff2bba85-5480-493d-a867-2c07ffe14610" providerId="ADAL" clId="{AF227FE9-5B1F-4677-B927-E454BF83025D}" dt="2024-10-20T20:34:15.022" v="43" actId="26606"/>
          <ac:spMkLst>
            <pc:docMk/>
            <pc:sldMk cId="1286939716" sldId="273"/>
            <ac:spMk id="36" creationId="{AB8C311F-7253-4AED-9701-7FC0708C41C7}"/>
          </ac:spMkLst>
        </pc:spChg>
        <pc:spChg chg="add del">
          <ac:chgData name="Vanshita Arya" userId="ff2bba85-5480-493d-a867-2c07ffe14610" providerId="ADAL" clId="{AF227FE9-5B1F-4677-B927-E454BF83025D}" dt="2024-10-20T20:34:15.022" v="43" actId="26606"/>
          <ac:spMkLst>
            <pc:docMk/>
            <pc:sldMk cId="1286939716" sldId="273"/>
            <ac:spMk id="37" creationId="{E2384209-CB15-4CDF-9D31-C44FD9A3F20D}"/>
          </ac:spMkLst>
        </pc:spChg>
        <pc:spChg chg="add del">
          <ac:chgData name="Vanshita Arya" userId="ff2bba85-5480-493d-a867-2c07ffe14610" providerId="ADAL" clId="{AF227FE9-5B1F-4677-B927-E454BF83025D}" dt="2024-10-20T20:34:15.022" v="43" actId="26606"/>
          <ac:spMkLst>
            <pc:docMk/>
            <pc:sldMk cId="1286939716" sldId="273"/>
            <ac:spMk id="38" creationId="{2633B3B5-CC90-43F0-8714-D31D1F3F0209}"/>
          </ac:spMkLst>
        </pc:spChg>
        <pc:spChg chg="add del">
          <ac:chgData name="Vanshita Arya" userId="ff2bba85-5480-493d-a867-2c07ffe14610" providerId="ADAL" clId="{AF227FE9-5B1F-4677-B927-E454BF83025D}" dt="2024-10-20T20:34:15.022" v="43" actId="26606"/>
          <ac:spMkLst>
            <pc:docMk/>
            <pc:sldMk cId="1286939716" sldId="273"/>
            <ac:spMk id="39" creationId="{A8D57A06-A426-446D-B02C-A2DC6B62E45E}"/>
          </ac:spMkLst>
        </pc:spChg>
        <pc:spChg chg="add del">
          <ac:chgData name="Vanshita Arya" userId="ff2bba85-5480-493d-a867-2c07ffe14610" providerId="ADAL" clId="{AF227FE9-5B1F-4677-B927-E454BF83025D}" dt="2024-10-20T20:34:10.407" v="42" actId="26606"/>
          <ac:spMkLst>
            <pc:docMk/>
            <pc:sldMk cId="1286939716" sldId="273"/>
            <ac:spMk id="44" creationId="{42A4FC2C-047E-45A5-965D-8E1E3BF09BC6}"/>
          </ac:spMkLst>
        </pc:spChg>
        <pc:grpChg chg="add del">
          <ac:chgData name="Vanshita Arya" userId="ff2bba85-5480-493d-a867-2c07ffe14610" providerId="ADAL" clId="{AF227FE9-5B1F-4677-B927-E454BF83025D}" dt="2024-10-20T20:25:21.727" v="7" actId="26606"/>
          <ac:grpSpMkLst>
            <pc:docMk/>
            <pc:sldMk cId="1286939716" sldId="273"/>
            <ac:grpSpMk id="17" creationId="{9DE3F54D-33BC-4382-A2AB-5E002F0F1166}"/>
          </ac:grpSpMkLst>
        </pc:grpChg>
        <pc:grpChg chg="add del">
          <ac:chgData name="Vanshita Arya" userId="ff2bba85-5480-493d-a867-2c07ffe14610" providerId="ADAL" clId="{AF227FE9-5B1F-4677-B927-E454BF83025D}" dt="2024-10-20T20:25:33.247" v="11" actId="26606"/>
          <ac:grpSpMkLst>
            <pc:docMk/>
            <pc:sldMk cId="1286939716" sldId="273"/>
            <ac:grpSpMk id="29" creationId="{EC2D6DD8-FAD6-401D-9DE6-71DD04C980F3}"/>
          </ac:grpSpMkLst>
        </pc:grpChg>
        <pc:grpChg chg="add del">
          <ac:chgData name="Vanshita Arya" userId="ff2bba85-5480-493d-a867-2c07ffe14610" providerId="ADAL" clId="{AF227FE9-5B1F-4677-B927-E454BF83025D}" dt="2024-10-20T20:25:33.247" v="11" actId="26606"/>
          <ac:grpSpMkLst>
            <pc:docMk/>
            <pc:sldMk cId="1286939716" sldId="273"/>
            <ac:grpSpMk id="31" creationId="{43F5E015-E085-4624-B431-B42414448684}"/>
          </ac:grpSpMkLst>
        </pc:grpChg>
        <pc:picChg chg="add mod">
          <ac:chgData name="Vanshita Arya" userId="ff2bba85-5480-493d-a867-2c07ffe14610" providerId="ADAL" clId="{AF227FE9-5B1F-4677-B927-E454BF83025D}" dt="2024-10-20T20:34:15.022" v="43" actId="26606"/>
          <ac:picMkLst>
            <pc:docMk/>
            <pc:sldMk cId="1286939716" sldId="273"/>
            <ac:picMk id="3" creationId="{EECF0B6F-FD4B-6D07-7541-C5DB818FA209}"/>
          </ac:picMkLst>
        </pc:picChg>
      </pc:sldChg>
      <pc:sldChg chg="addSp delSp modSp new mod setBg">
        <pc:chgData name="Vanshita Arya" userId="ff2bba85-5480-493d-a867-2c07ffe14610" providerId="ADAL" clId="{AF227FE9-5B1F-4677-B927-E454BF83025D}" dt="2024-10-20T20:32:38.849" v="33" actId="26606"/>
        <pc:sldMkLst>
          <pc:docMk/>
          <pc:sldMk cId="893603202" sldId="274"/>
        </pc:sldMkLst>
        <pc:spChg chg="add">
          <ac:chgData name="Vanshita Arya" userId="ff2bba85-5480-493d-a867-2c07ffe14610" providerId="ADAL" clId="{AF227FE9-5B1F-4677-B927-E454BF83025D}" dt="2024-10-20T20:32:29.841" v="29"/>
          <ac:spMkLst>
            <pc:docMk/>
            <pc:sldMk cId="893603202" sldId="274"/>
            <ac:spMk id="2" creationId="{F96981BC-CEF5-0EAB-0CB1-E98F6D536E59}"/>
          </ac:spMkLst>
        </pc:spChg>
        <pc:spChg chg="add del">
          <ac:chgData name="Vanshita Arya" userId="ff2bba85-5480-493d-a867-2c07ffe14610" providerId="ADAL" clId="{AF227FE9-5B1F-4677-B927-E454BF83025D}" dt="2024-10-20T20:32:38.841" v="32" actId="26606"/>
          <ac:spMkLst>
            <pc:docMk/>
            <pc:sldMk cId="893603202" sldId="274"/>
            <ac:spMk id="8" creationId="{AB8C311F-7253-4AED-9701-7FC0708C41C7}"/>
          </ac:spMkLst>
        </pc:spChg>
        <pc:spChg chg="add del">
          <ac:chgData name="Vanshita Arya" userId="ff2bba85-5480-493d-a867-2c07ffe14610" providerId="ADAL" clId="{AF227FE9-5B1F-4677-B927-E454BF83025D}" dt="2024-10-20T20:32:38.841" v="32" actId="26606"/>
          <ac:spMkLst>
            <pc:docMk/>
            <pc:sldMk cId="893603202" sldId="274"/>
            <ac:spMk id="10" creationId="{E2384209-CB15-4CDF-9D31-C44FD9A3F20D}"/>
          </ac:spMkLst>
        </pc:spChg>
        <pc:spChg chg="add del">
          <ac:chgData name="Vanshita Arya" userId="ff2bba85-5480-493d-a867-2c07ffe14610" providerId="ADAL" clId="{AF227FE9-5B1F-4677-B927-E454BF83025D}" dt="2024-10-20T20:32:38.841" v="32" actId="26606"/>
          <ac:spMkLst>
            <pc:docMk/>
            <pc:sldMk cId="893603202" sldId="274"/>
            <ac:spMk id="12" creationId="{2633B3B5-CC90-43F0-8714-D31D1F3F0209}"/>
          </ac:spMkLst>
        </pc:spChg>
        <pc:spChg chg="add del">
          <ac:chgData name="Vanshita Arya" userId="ff2bba85-5480-493d-a867-2c07ffe14610" providerId="ADAL" clId="{AF227FE9-5B1F-4677-B927-E454BF83025D}" dt="2024-10-20T20:32:38.841" v="32" actId="26606"/>
          <ac:spMkLst>
            <pc:docMk/>
            <pc:sldMk cId="893603202" sldId="274"/>
            <ac:spMk id="14" creationId="{A8D57A06-A426-446D-B02C-A2DC6B62E45E}"/>
          </ac:spMkLst>
        </pc:spChg>
        <pc:spChg chg="add">
          <ac:chgData name="Vanshita Arya" userId="ff2bba85-5480-493d-a867-2c07ffe14610" providerId="ADAL" clId="{AF227FE9-5B1F-4677-B927-E454BF83025D}" dt="2024-10-20T20:32:38.849" v="33" actId="26606"/>
          <ac:spMkLst>
            <pc:docMk/>
            <pc:sldMk cId="893603202" sldId="274"/>
            <ac:spMk id="16" creationId="{42A4FC2C-047E-45A5-965D-8E1E3BF09BC6}"/>
          </ac:spMkLst>
        </pc:spChg>
        <pc:picChg chg="add mod">
          <ac:chgData name="Vanshita Arya" userId="ff2bba85-5480-493d-a867-2c07ffe14610" providerId="ADAL" clId="{AF227FE9-5B1F-4677-B927-E454BF83025D}" dt="2024-10-20T20:32:38.849" v="33" actId="26606"/>
          <ac:picMkLst>
            <pc:docMk/>
            <pc:sldMk cId="893603202" sldId="274"/>
            <ac:picMk id="3" creationId="{3808B75E-4945-BAFB-743F-F0323241979B}"/>
          </ac:picMkLst>
        </pc:picChg>
      </pc:sldChg>
      <pc:sldChg chg="addSp modSp new del mod">
        <pc:chgData name="Vanshita Arya" userId="ff2bba85-5480-493d-a867-2c07ffe14610" providerId="ADAL" clId="{AF227FE9-5B1F-4677-B927-E454BF83025D}" dt="2024-10-20T20:45:26.161" v="54" actId="47"/>
        <pc:sldMkLst>
          <pc:docMk/>
          <pc:sldMk cId="2600820754" sldId="275"/>
        </pc:sldMkLst>
        <pc:spChg chg="add">
          <ac:chgData name="Vanshita Arya" userId="ff2bba85-5480-493d-a867-2c07ffe14610" providerId="ADAL" clId="{AF227FE9-5B1F-4677-B927-E454BF83025D}" dt="2024-10-20T20:33:21.484" v="35"/>
          <ac:spMkLst>
            <pc:docMk/>
            <pc:sldMk cId="2600820754" sldId="275"/>
            <ac:spMk id="2" creationId="{3045B722-EDC2-E09D-1C09-139B1D435405}"/>
          </ac:spMkLst>
        </pc:spChg>
        <pc:picChg chg="add mod">
          <ac:chgData name="Vanshita Arya" userId="ff2bba85-5480-493d-a867-2c07ffe14610" providerId="ADAL" clId="{AF227FE9-5B1F-4677-B927-E454BF83025D}" dt="2024-10-20T20:35:06.108" v="47" actId="1076"/>
          <ac:picMkLst>
            <pc:docMk/>
            <pc:sldMk cId="2600820754" sldId="275"/>
            <ac:picMk id="3" creationId="{318B84F2-851D-526F-4AD2-8A35AF42B907}"/>
          </ac:picMkLst>
        </pc:picChg>
      </pc:sldChg>
      <pc:sldChg chg="addSp modSp new mod">
        <pc:chgData name="Vanshita Arya" userId="ff2bba85-5480-493d-a867-2c07ffe14610" providerId="ADAL" clId="{AF227FE9-5B1F-4677-B927-E454BF83025D}" dt="2024-10-22T06:25:46.635" v="84" actId="1076"/>
        <pc:sldMkLst>
          <pc:docMk/>
          <pc:sldMk cId="3760079143" sldId="275"/>
        </pc:sldMkLst>
        <pc:picChg chg="add mod">
          <ac:chgData name="Vanshita Arya" userId="ff2bba85-5480-493d-a867-2c07ffe14610" providerId="ADAL" clId="{AF227FE9-5B1F-4677-B927-E454BF83025D}" dt="2024-10-22T06:25:01.114" v="83" actId="1076"/>
          <ac:picMkLst>
            <pc:docMk/>
            <pc:sldMk cId="3760079143" sldId="275"/>
            <ac:picMk id="3" creationId="{68662A76-190A-CF97-68BA-D958B2C52F26}"/>
          </ac:picMkLst>
        </pc:picChg>
        <pc:picChg chg="add mod">
          <ac:chgData name="Vanshita Arya" userId="ff2bba85-5480-493d-a867-2c07ffe14610" providerId="ADAL" clId="{AF227FE9-5B1F-4677-B927-E454BF83025D}" dt="2024-10-22T06:25:46.635" v="84" actId="1076"/>
          <ac:picMkLst>
            <pc:docMk/>
            <pc:sldMk cId="3760079143" sldId="275"/>
            <ac:picMk id="5" creationId="{433B1D1A-1818-E464-A666-12B1A879485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0:39:30.75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0,'0'5,"0"6,0 7,0 5,0 3,0 2,0 2,0 0,0 0,4-5,3-2,-1 1,4-5,0 0,-1 1,2-2,-1-10,-1-10,-3-6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0:39:36.65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1,'0'5,"0"6,0 7,0 4,0 5,0 1,0 2,0 0,0 0,0 0,0 0,0-1,0-10,0-12,0-14,0-9,0-8,0-4,0-3,0 0,0-1,0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0:39:43.85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86 262,'0'-5,"0"-6,0-7,-5 0,-1-2,-6 3,1-1,-4 2,1 0,4-3,2-3,3-3,8 4,2-1,1 10,0 10,-2 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0:39:48.28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1,'0'5,"0"6,0 7,0 4,0 5,0 1,0 2,0 0,0 0,0-5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0:39:53.97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0,'0'5,"0"7,0 5,0 6,0 3,0 3,0 1,0 0,0 0,0-5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0:40:00.29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31 1,'0'5,"-5"6,-1 7,-1 4,2 5,2 1,0 2,2 0,1 0,0 0,0-5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03750" y="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EB4E7-50D7-4569-A464-27E973B628F9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2400" y="571500"/>
            <a:ext cx="2743200" cy="1543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12800" y="2200275"/>
            <a:ext cx="6502400" cy="1800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34340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03750" y="434340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20646-23D0-4427-80E3-C965FD9C0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6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20646-23D0-4427-80E3-C965FD9C00E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210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6400" y="182880"/>
            <a:ext cx="7315200" cy="731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400" y="1051560"/>
            <a:ext cx="731520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309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18ACBB-B77D-789D-0C98-39B27CBEE2A5}"/>
              </a:ext>
            </a:extLst>
          </p:cNvPr>
          <p:cNvSpPr txBox="1"/>
          <p:nvPr/>
        </p:nvSpPr>
        <p:spPr>
          <a:xfrm>
            <a:off x="406400" y="990600"/>
            <a:ext cx="5638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Develop an end-to-end data analytics platform that ingests, processes, analyzes, and visualizes large-scale data to provide predictive insights using advanced machine learning techniques. It made a comprehensive analysis and wide coverage by giving light to five major cutting-edge subjects: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Big Data Analytics</a:t>
            </a:r>
            <a:r>
              <a:rPr lang="en-US" sz="1200" dirty="0"/>
              <a:t>,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Database Management System and technologies</a:t>
            </a:r>
            <a:r>
              <a:rPr lang="en-US" sz="1200" dirty="0"/>
              <a:t>,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Data Mining and Artificial Intelligence</a:t>
            </a:r>
            <a:r>
              <a:rPr lang="en-US" sz="1200" dirty="0"/>
              <a:t>,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Multivariate Data Analytics</a:t>
            </a:r>
            <a:r>
              <a:rPr lang="en-US" sz="1200" dirty="0"/>
              <a:t>,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Deep learning and Neural Network</a:t>
            </a:r>
            <a:r>
              <a:rPr lang="en-US" sz="1200" dirty="0"/>
              <a:t>. This work is an effort to understand the core concepts and it’s applied in  the domain. Hope you will enjoy the work. Constructive criticism is most welcome.</a:t>
            </a:r>
            <a:endParaRPr lang="en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EE5AA-6636-AC83-ADE7-4F1E7A9A6A55}"/>
              </a:ext>
            </a:extLst>
          </p:cNvPr>
          <p:cNvSpPr txBox="1"/>
          <p:nvPr/>
        </p:nvSpPr>
        <p:spPr>
          <a:xfrm>
            <a:off x="254000" y="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accent4">
                    <a:lumMod val="75000"/>
                  </a:schemeClr>
                </a:solidFill>
              </a:rPr>
              <a:t>Step 1</a:t>
            </a:r>
            <a:endParaRPr lang="en-IN" sz="1400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5ED39-0FEA-1E78-E291-979B787D8BF0}"/>
              </a:ext>
            </a:extLst>
          </p:cNvPr>
          <p:cNvSpPr txBox="1"/>
          <p:nvPr/>
        </p:nvSpPr>
        <p:spPr>
          <a:xfrm>
            <a:off x="5740400" y="2057400"/>
            <a:ext cx="1828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>
                    <a:lumMod val="65000"/>
                  </a:schemeClr>
                </a:solidFill>
              </a:rPr>
              <a:t>Target variable (quality)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F0B6F-FD4B-6D07-7541-C5DB818FA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50" y="428977"/>
            <a:ext cx="7176899" cy="371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3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58C196-2831-54F0-07C7-70E15383E931}"/>
              </a:ext>
            </a:extLst>
          </p:cNvPr>
          <p:cNvSpPr txBox="1"/>
          <p:nvPr/>
        </p:nvSpPr>
        <p:spPr>
          <a:xfrm>
            <a:off x="254000" y="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Step 2</a:t>
            </a:r>
            <a:endParaRPr lang="en-IN" sz="1400" u="sn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016" y="0"/>
            <a:ext cx="8125968" cy="457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8B75E-4945-BAFB-743F-F0323241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67"/>
          <a:stretch/>
        </p:blipFill>
        <p:spPr>
          <a:xfrm>
            <a:off x="20" y="854"/>
            <a:ext cx="8127980" cy="457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0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646460-68FE-8613-9FBD-3B1D83009910}"/>
              </a:ext>
            </a:extLst>
          </p:cNvPr>
          <p:cNvSpPr txBox="1"/>
          <p:nvPr/>
        </p:nvSpPr>
        <p:spPr>
          <a:xfrm>
            <a:off x="254000" y="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Step 3</a:t>
            </a:r>
            <a:endParaRPr lang="en-IN" sz="1400" u="sng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219567-D261-5587-C10B-89ACF241577F}"/>
                  </a:ext>
                </a:extLst>
              </p14:cNvPr>
              <p14:cNvContentPartPr/>
              <p14:nvPr/>
            </p14:nvContentPartPr>
            <p14:xfrm>
              <a:off x="6743324" y="3345709"/>
              <a:ext cx="29880" cy="128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219567-D261-5587-C10B-89ACF24157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4684" y="3291709"/>
                <a:ext cx="475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8C9B5FC-F7A0-488B-1773-DC50B5C9C358}"/>
                  </a:ext>
                </a:extLst>
              </p14:cNvPr>
              <p14:cNvContentPartPr/>
              <p14:nvPr/>
            </p14:nvContentPartPr>
            <p14:xfrm>
              <a:off x="6764204" y="3355789"/>
              <a:ext cx="360" cy="11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8C9B5FC-F7A0-488B-1773-DC50B5C9C3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55204" y="3302149"/>
                <a:ext cx="180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2284CF-F5DE-AB79-0229-3D77C277A1EB}"/>
                  </a:ext>
                </a:extLst>
              </p14:cNvPr>
              <p14:cNvContentPartPr/>
              <p14:nvPr/>
            </p14:nvContentPartPr>
            <p14:xfrm>
              <a:off x="6743684" y="3344989"/>
              <a:ext cx="31320" cy="94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2284CF-F5DE-AB79-0229-3D77C277A1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34684" y="3290989"/>
                <a:ext cx="489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84C9A76-0B70-61AA-79E4-F555FCC3291C}"/>
                  </a:ext>
                </a:extLst>
              </p14:cNvPr>
              <p14:cNvContentPartPr/>
              <p14:nvPr/>
            </p14:nvContentPartPr>
            <p14:xfrm>
              <a:off x="6764204" y="3355789"/>
              <a:ext cx="360" cy="81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84C9A76-0B70-61AA-79E4-F555FCC329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55204" y="3302149"/>
                <a:ext cx="180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66C6689-F626-F174-BC50-AD0050536F03}"/>
                  </a:ext>
                </a:extLst>
              </p14:cNvPr>
              <p14:cNvContentPartPr/>
              <p14:nvPr/>
            </p14:nvContentPartPr>
            <p14:xfrm>
              <a:off x="6764204" y="3366229"/>
              <a:ext cx="360" cy="82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66C6689-F626-F174-BC50-AD0050536F0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55204" y="3312229"/>
                <a:ext cx="180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1457386-2670-683B-E34D-579CE66A8D4A}"/>
                  </a:ext>
                </a:extLst>
              </p14:cNvPr>
              <p14:cNvContentPartPr/>
              <p14:nvPr/>
            </p14:nvContentPartPr>
            <p14:xfrm>
              <a:off x="6753044" y="3355789"/>
              <a:ext cx="11520" cy="92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1457386-2670-683B-E34D-579CE66A8D4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44404" y="3302149"/>
                <a:ext cx="29160" cy="20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F4D5E-3C66-7818-93E3-45AD718CD1B1}"/>
              </a:ext>
            </a:extLst>
          </p:cNvPr>
          <p:cNvSpPr txBox="1"/>
          <p:nvPr/>
        </p:nvSpPr>
        <p:spPr>
          <a:xfrm>
            <a:off x="254000" y="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Step 4</a:t>
            </a:r>
            <a:endParaRPr lang="en-IN" sz="1400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62A76-190A-CF97-68BA-D958B2C52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335135"/>
            <a:ext cx="3943900" cy="3210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3B1D1A-1818-E464-A666-12B1A8794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166255"/>
            <a:ext cx="1714739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79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F531CE-0613-8B82-0F8C-80EBDE92EEEF}"/>
              </a:ext>
            </a:extLst>
          </p:cNvPr>
          <p:cNvSpPr txBox="1"/>
          <p:nvPr/>
        </p:nvSpPr>
        <p:spPr>
          <a:xfrm>
            <a:off x="254000" y="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Step 5</a:t>
            </a:r>
            <a:endParaRPr lang="en-IN" sz="1400" u="sng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730F8B-81D8-0BBC-8FB7-D0D1C2AD3D63}"/>
              </a:ext>
            </a:extLst>
          </p:cNvPr>
          <p:cNvSpPr txBox="1"/>
          <p:nvPr/>
        </p:nvSpPr>
        <p:spPr>
          <a:xfrm>
            <a:off x="254000" y="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Step 6</a:t>
            </a:r>
            <a:endParaRPr lang="en-IN" sz="1400" u="sng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EF9CD6-A0F5-72CD-BC83-6A20666489B8}"/>
              </a:ext>
            </a:extLst>
          </p:cNvPr>
          <p:cNvSpPr txBox="1"/>
          <p:nvPr/>
        </p:nvSpPr>
        <p:spPr>
          <a:xfrm>
            <a:off x="254000" y="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Step 7</a:t>
            </a:r>
            <a:endParaRPr lang="en-IN" sz="1400" u="sng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2101</TotalTime>
  <Words>120</Words>
  <Application>Microsoft Office PowerPoint</Application>
  <PresentationFormat>Custom</PresentationFormat>
  <Paragraphs>10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Vanshita Arya</cp:lastModifiedBy>
  <cp:revision>1</cp:revision>
  <dcterms:created xsi:type="dcterms:W3CDTF">2024-10-20T19:23:37Z</dcterms:created>
  <dcterms:modified xsi:type="dcterms:W3CDTF">2024-10-22T06:25:55Z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2024-10-21T00:00:00Z</vt:filetime>
  </property>
  <property fmtid="{D5CDD505-2E9C-101B-9397-08002B2CF9AE}" pid="3" name="LastSaved">
    <vt:filetime>2024-10-21T00:00:00Z</vt:filetime>
  </property>
</Properties>
</file>